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2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415746" y="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5" name="Google Shape;55;p13"/>
          <p:cNvGrpSpPr/>
          <p:nvPr/>
        </p:nvGrpSpPr>
        <p:grpSpPr>
          <a:xfrm>
            <a:off x="696647" y="-36303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w="28575" cap="flat" cmpd="sng">
              <a:solidFill>
                <a:srgbClr val="A1C3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 dirty="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49" y="1366575"/>
            <a:ext cx="1366689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Roboto"/>
              </a:rPr>
              <a:t>Similarities</a:t>
            </a:r>
            <a:endParaRPr sz="1700" dirty="0">
              <a:solidFill>
                <a:srgbClr val="FFFFFF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968474" y="1366575"/>
            <a:ext cx="2678789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br>
              <a:rPr lang="en-US" dirty="0"/>
            </a:br>
            <a:r>
              <a:rPr lang="en-US" dirty="0"/>
              <a:t>Graphical User Interface(</a:t>
            </a:r>
            <a:r>
              <a:rPr lang="en-US" b="1" i="1" dirty="0"/>
              <a:t>GUI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Runs on Unix, Linux, MacOS and Windows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Color code rules to identify packet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 more system resources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521798" y="1728453"/>
            <a:ext cx="2118511" cy="290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Opensource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Network Analysis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Viewing Traffic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Packet Capture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Traffic Filtering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Save packet capture files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Read saved packet capture files</a:t>
            </a:r>
          </a:p>
          <a:p>
            <a:pPr marL="27432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Automatic Name Resolution</a:t>
            </a:r>
            <a:endParaRPr dirty="0">
              <a:solidFill>
                <a:schemeClr val="dk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581708" y="1528522"/>
            <a:ext cx="2777700" cy="1671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Command Line Interface</a:t>
            </a:r>
            <a:r>
              <a:rPr lang="en-ZA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(</a:t>
            </a:r>
            <a:r>
              <a:rPr lang="en-ZA" b="1" i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CLI</a:t>
            </a:r>
            <a:r>
              <a:rPr lang="en-ZA" b="1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)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Runs on Unix, MacOS and Linux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ZA" dirty="0">
                <a:solidFill>
                  <a:schemeClr val="dk1"/>
                </a:solidFill>
                <a:latin typeface="+mj-lt"/>
                <a:ea typeface="Roboto"/>
                <a:cs typeface="Roboto"/>
                <a:sym typeface="Roboto"/>
              </a:rPr>
              <a:t>Lightweight and requires less system resources</a:t>
            </a:r>
            <a:endParaRPr dirty="0">
              <a:solidFill>
                <a:schemeClr val="dk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70</Words>
  <Application>Microsoft Office PowerPoint</Application>
  <PresentationFormat>On-screen Show (16:9)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Google Sans</vt:lpstr>
      <vt:lpstr>Roboto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Durell Dunn</dc:creator>
  <cp:lastModifiedBy>Durell Dunn</cp:lastModifiedBy>
  <cp:revision>3</cp:revision>
  <dcterms:modified xsi:type="dcterms:W3CDTF">2026-02-03T11:43:22Z</dcterms:modified>
</cp:coreProperties>
</file>